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Luxe Haven Hotel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Security Analysis &amp; Implementation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System: Luxe Haven Hotel Management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Type: PHP-based web application for hotel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Purpose: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Client room booking and reservations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Online payment processing (GCash integration)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Admin dashboard for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Two-Factor Authentication (2FA)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Inquiry and request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Frontend: PHP with HTML/CSS/JavaScript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Backend: PHP with PDO for database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Database: MySQL/MariaDB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Modules: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Client Module: registration, booking, profile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Admin Module: dashboard, reservations, room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Payment Module: GCash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Authentication: Email-based 2FA with OTP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Threat Analysis -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SQL Injection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Unescaped user input in database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Customer data extraction, payment record theft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Missing Admin Session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No authentication check on admin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Unauthorized admin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🔴 OTP Timing Attack Vulnerability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Uses weak comparison operator (==)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OTP can be brute-forced rapidly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Threat Analysis - HIGH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🟠 Cross-Site Scripting (XSS)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Unescaped output in admin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Session hijacking, malware injection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🟠 Weak Authorization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No granular permission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Privilege escalation potential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🟠 Inconsistent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MD5 used alongside Argon2ID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Risk: Compromised legacy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Features -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Email OTP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6-digit codes with 10-minute expiry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Optional 2FA for enhanced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Argon2ID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Industry-standard algorithm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Protection against rainbow table attacks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Password Reset Token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SHA256-hashed tokens with expiry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One-time use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Features - Session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Session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30-minute inactivity timeout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Automatic session regeneration (10 minutes)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IP address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CSRF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Cryptographic tokens on all 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Token validation on form submission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Secure Cookie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HttpOnly and Secure flags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Features -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SQL Injection Prevention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95% of queries use prepared statements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Parameterized queries to prevent injection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File Upload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MIME type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Extension whitelist enforcement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.htaccess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Input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Email format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Phone number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Features - Logging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Failed Login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Records failed login attempts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Timestamp tracking for pattern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Role-Based Access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Admin vs Client role separation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Dedicated admin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Password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Tracks password change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Prevents password reuse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Password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Minimum 8 characters</a:t>
            </a:r>
          </a:p>
          <a:p>
            <a:pPr>
              <a:spcBef>
                <a:spcPts val="400"/>
              </a:spcBef>
              <a:defRPr sz="1400"/>
            </a:pPr>
            <a:r>
              <a:t>• Mixed case required</a:t>
            </a:r>
          </a:p>
          <a:p>
            <a:pPr>
              <a:spcBef>
                <a:spcPts val="400"/>
              </a:spcBef>
              <a:defRPr sz="1400"/>
            </a:pPr>
            <a:r>
              <a:t>• Numbers/special chars</a:t>
            </a:r>
          </a:p>
          <a:p>
            <a:pPr>
              <a:spcBef>
                <a:spcPts val="400"/>
              </a:spcBef>
              <a:defRPr sz="1400"/>
            </a:pPr>
            <a:r>
              <a:t>• Argon2ID hashing</a:t>
            </a:r>
          </a:p>
          <a:p>
            <a:pPr>
              <a:spcBef>
                <a:spcPts val="400"/>
              </a:spcBef>
              <a:defRPr sz="1400"/>
            </a:pPr>
            <a:r>
              <a:t>• 90-day expiry policy</a:t>
            </a:r>
          </a:p>
          <a:p>
            <a:pPr>
              <a:spcBef>
                <a:spcPts val="400"/>
              </a:spcBef>
              <a:defRPr sz="1400"/>
            </a:pPr>
            <a:r>
              <a:t>• Cannot reuse last 5 passwords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Login Attempt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Account lock after 5 failures</a:t>
            </a:r>
          </a:p>
          <a:p>
            <a:pPr>
              <a:spcBef>
                <a:spcPts val="400"/>
              </a:spcBef>
              <a:defRPr sz="1400"/>
            </a:pPr>
            <a:r>
              <a:t>• 15-minute lockout period</a:t>
            </a:r>
          </a:p>
          <a:p>
            <a:pPr>
              <a:spcBef>
                <a:spcPts val="400"/>
              </a:spcBef>
              <a:defRPr sz="1400"/>
            </a:pPr>
            <a:r>
              <a:t>• Failed attempt logging</a:t>
            </a:r>
          </a:p>
          <a:p>
            <a:pPr>
              <a:spcBef>
                <a:spcPts val="400"/>
              </a:spcBef>
              <a:defRPr sz="1400"/>
            </a:pPr>
            <a:r>
              <a:t>• IP-based tracking</a:t>
            </a:r>
          </a:p>
          <a:p>
            <a:pPr>
              <a:spcBef>
                <a:spcPts val="400"/>
              </a:spcBef>
              <a:defRPr sz="1400"/>
            </a:pPr>
            <a:r>
              <a:t>• 2FA enabled for high-risk IPs</a:t>
            </a:r>
          </a:p>
          <a:p>
            <a:pPr>
              <a:spcBef>
                <a:spcPts val="400"/>
              </a:spcBef>
              <a:defRPr sz="1400"/>
            </a:pPr>
            <a:r>
              <a:t>• OTP expiry: 10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Policies - Data Handling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Data Handling Policies: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Client data encrypted at rest (optional)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Payment data never stored (GCash pass-through)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Audit logs for admin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Personal data protected under PHP default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📋 Compliance Measures: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Password reset tokens expire after 24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Automatic logout after inactivity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Session validation on every request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Recommendations - IMMEDIATE ACTIONS (Critical)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FIX SQL INJECTION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Audit fetch_dynamic_data.php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Convert remaining 5% of queries to prepared statements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2-3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ADD ADMIN SESSION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Implement session checks in admin header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Redirect unauthenticated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30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FIX OTP TIMING ATTACK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Replace == with hash_equals() function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15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Recommendations - HIGH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RESOLVE XSS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Use htmlspecialchars() on all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Implement Content Security Policy (CSP) headers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4-6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IMPLEMENT GRANULAR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Create permissions 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Add role-based authorization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8-12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6. STANDARDIZE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Migrate MD5 passwords to Argon2ID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2-3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Recommendations -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7. IMPLEMENT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Limit login attempts globally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Limit API calls per user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3-4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8. ADD COMPREHENSIVE LOGGING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Log all sensitive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Implement log rotation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Estimated time: 4-5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9. SECURITY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Penetration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□ Automated vulnerability scanning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1 (Week 1) - CRITICAL FIXES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SQL Injection fixes: 2-3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Admin session validation: 30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OTP timing attack fix: 15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⏱️ Subtotal: 3-4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2 (Week 1-2) - HIGH PRIORITY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XSS fixes: 4-6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Permission system: 8-12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Password hashing migration: 2-3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⏱️ Subtotal: 14-21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3 (Week 2-3) - ENHANCEMENTS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Rate limiting, logging, testing: 11-14 hours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 Maturity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Current Status: DEVELOPING (Level 2/5)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Strengths: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✅ Strong password hashing (Argon2ID)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✅ Session timeout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✅ CSRF token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✅ File upload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Critical Gaps: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❌ SQL injection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❌ Missing admin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❌ Weak authorization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❌ XSS vulnerabilities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The Luxe Haven Hotel Management System has a foundation of good security practices but requires immediate fixes for critical vulnerabilities.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With implementation of recommended fixes, the system can achieve a Level 4 (Managed) security maturity within 3-4 weeks.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Ongoing security maintenance and regular penetration testing are essential for long-term protection.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Next Steps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1️⃣  IMMEDIATE: Address the 3 critical vulnerabilities (SQL injection, admin auth, OTP timing)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2️⃣  URGENT: Resolve XSS and authorization issues within 1-2 weeks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3️⃣  IMPORTANT: Implement comprehensive audit logging and rate limiting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4️⃣  ONGOING: Schedule quarterly security reviews and penetration testing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5️⃣  STRATEGIC: Plan for secure code development training for development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